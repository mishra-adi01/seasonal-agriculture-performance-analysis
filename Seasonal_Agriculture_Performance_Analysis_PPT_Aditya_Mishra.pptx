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4"/>
  </p:notesMasterIdLst>
  <p:handoutMasterIdLst>
    <p:handoutMasterId r:id="rId25"/>
  </p:handoutMasterIdLst>
  <p:sldIdLst>
    <p:sldId id="338" r:id="rId5"/>
    <p:sldId id="327" r:id="rId6"/>
    <p:sldId id="315" r:id="rId7"/>
    <p:sldId id="347" r:id="rId8"/>
    <p:sldId id="348" r:id="rId9"/>
    <p:sldId id="329" r:id="rId10"/>
    <p:sldId id="302" r:id="rId11"/>
    <p:sldId id="349" r:id="rId12"/>
    <p:sldId id="339" r:id="rId13"/>
    <p:sldId id="340" r:id="rId14"/>
    <p:sldId id="344" r:id="rId15"/>
    <p:sldId id="345" r:id="rId16"/>
    <p:sldId id="346" r:id="rId17"/>
    <p:sldId id="341" r:id="rId18"/>
    <p:sldId id="350" r:id="rId19"/>
    <p:sldId id="351" r:id="rId20"/>
    <p:sldId id="342" r:id="rId21"/>
    <p:sldId id="343" r:id="rId22"/>
    <p:sldId id="30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E33B2A-FB49-4A0B-81DB-22DCEC0D9E70}" v="346" dt="2026-09-09T17:57:13.853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55" d="100"/>
          <a:sy n="55" d="100"/>
        </p:scale>
        <p:origin x="58" y="499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mishra" userId="ccf7ad903ce36b40" providerId="LiveId" clId="{419E8B6B-74E2-405F-94B9-577F4F3EA5CB}"/>
    <pc:docChg chg="undo custSel addSld delSld modSld">
      <pc:chgData name="aditya mishra" userId="ccf7ad903ce36b40" providerId="LiveId" clId="{419E8B6B-74E2-405F-94B9-577F4F3EA5CB}" dt="2026-09-09T17:57:31.539" v="551" actId="27636"/>
      <pc:docMkLst>
        <pc:docMk/>
      </pc:docMkLst>
      <pc:sldChg chg="modSp mod modAnim">
        <pc:chgData name="aditya mishra" userId="ccf7ad903ce36b40" providerId="LiveId" clId="{419E8B6B-74E2-405F-94B9-577F4F3EA5CB}" dt="2026-09-09T17:35:53.934" v="138" actId="20577"/>
        <pc:sldMkLst>
          <pc:docMk/>
          <pc:sldMk cId="1341901065" sldId="302"/>
        </pc:sldMkLst>
        <pc:spChg chg="mod">
          <ac:chgData name="aditya mishra" userId="ccf7ad903ce36b40" providerId="LiveId" clId="{419E8B6B-74E2-405F-94B9-577F4F3EA5CB}" dt="2026-09-09T17:35:53.934" v="138" actId="20577"/>
          <ac:spMkLst>
            <pc:docMk/>
            <pc:sldMk cId="1341901065" sldId="302"/>
            <ac:spMk id="7" creationId="{B21C28F5-3CA3-4B78-B5C9-550C00BB3174}"/>
          </ac:spMkLst>
        </pc:spChg>
      </pc:sldChg>
      <pc:sldChg chg="modSp mod">
        <pc:chgData name="aditya mishra" userId="ccf7ad903ce36b40" providerId="LiveId" clId="{419E8B6B-74E2-405F-94B9-577F4F3EA5CB}" dt="2026-09-09T17:57:31.539" v="551" actId="27636"/>
        <pc:sldMkLst>
          <pc:docMk/>
          <pc:sldMk cId="3401748718" sldId="304"/>
        </pc:sldMkLst>
        <pc:spChg chg="mod">
          <ac:chgData name="aditya mishra" userId="ccf7ad903ce36b40" providerId="LiveId" clId="{419E8B6B-74E2-405F-94B9-577F4F3EA5CB}" dt="2026-09-09T17:57:24.915" v="548" actId="1076"/>
          <ac:spMkLst>
            <pc:docMk/>
            <pc:sldMk cId="3401748718" sldId="304"/>
            <ac:spMk id="3" creationId="{D88C20CF-C1EE-4092-B52D-FD4AB2AB2508}"/>
          </ac:spMkLst>
        </pc:spChg>
        <pc:spChg chg="mod">
          <ac:chgData name="aditya mishra" userId="ccf7ad903ce36b40" providerId="LiveId" clId="{419E8B6B-74E2-405F-94B9-577F4F3EA5CB}" dt="2026-09-09T17:57:31.539" v="551" actId="27636"/>
          <ac:spMkLst>
            <pc:docMk/>
            <pc:sldMk cId="3401748718" sldId="304"/>
            <ac:spMk id="12" creationId="{BC277FD7-925B-4C3D-A364-118403201507}"/>
          </ac:spMkLst>
        </pc:spChg>
      </pc:sldChg>
      <pc:sldChg chg="addSp modSp mod">
        <pc:chgData name="aditya mishra" userId="ccf7ad903ce36b40" providerId="LiveId" clId="{419E8B6B-74E2-405F-94B9-577F4F3EA5CB}" dt="2026-09-09T17:29:04.446" v="72" actId="20577"/>
        <pc:sldMkLst>
          <pc:docMk/>
          <pc:sldMk cId="3696770303" sldId="315"/>
        </pc:sldMkLst>
        <pc:spChg chg="add mod">
          <ac:chgData name="aditya mishra" userId="ccf7ad903ce36b40" providerId="LiveId" clId="{419E8B6B-74E2-405F-94B9-577F4F3EA5CB}" dt="2026-09-09T17:29:04.446" v="72" actId="20577"/>
          <ac:spMkLst>
            <pc:docMk/>
            <pc:sldMk cId="3696770303" sldId="315"/>
            <ac:spMk id="2" creationId="{AADCB210-EB53-E3C2-4006-CB51C5FFE5B1}"/>
          </ac:spMkLst>
        </pc:spChg>
        <pc:spChg chg="mod">
          <ac:chgData name="aditya mishra" userId="ccf7ad903ce36b40" providerId="LiveId" clId="{419E8B6B-74E2-405F-94B9-577F4F3EA5CB}" dt="2026-09-09T17:22:26.272" v="45" actId="20577"/>
          <ac:spMkLst>
            <pc:docMk/>
            <pc:sldMk cId="3696770303" sldId="315"/>
            <ac:spMk id="3" creationId="{EBF2FBC7-3552-4F01-BB27-8BEEE74F7277}"/>
          </ac:spMkLst>
        </pc:spChg>
      </pc:sldChg>
      <pc:sldChg chg="modSp mod modAnim">
        <pc:chgData name="aditya mishra" userId="ccf7ad903ce36b40" providerId="LiveId" clId="{419E8B6B-74E2-405F-94B9-577F4F3EA5CB}" dt="2026-09-09T17:20:32.241" v="32" actId="1076"/>
        <pc:sldMkLst>
          <pc:docMk/>
          <pc:sldMk cId="3098548442" sldId="327"/>
        </pc:sldMkLst>
        <pc:spChg chg="mod">
          <ac:chgData name="aditya mishra" userId="ccf7ad903ce36b40" providerId="LiveId" clId="{419E8B6B-74E2-405F-94B9-577F4F3EA5CB}" dt="2026-09-09T17:20:32.241" v="32" actId="1076"/>
          <ac:spMkLst>
            <pc:docMk/>
            <pc:sldMk cId="3098548442" sldId="327"/>
            <ac:spMk id="2" creationId="{E46E4DD1-270B-4C80-AFF0-EB26F132AF36}"/>
          </ac:spMkLst>
        </pc:spChg>
      </pc:sldChg>
      <pc:sldChg chg="modSp mod modAnim">
        <pc:chgData name="aditya mishra" userId="ccf7ad903ce36b40" providerId="LiveId" clId="{419E8B6B-74E2-405F-94B9-577F4F3EA5CB}" dt="2026-09-09T17:31:50.947" v="103" actId="14100"/>
        <pc:sldMkLst>
          <pc:docMk/>
          <pc:sldMk cId="48075006" sldId="329"/>
        </pc:sldMkLst>
        <pc:spChg chg="mod">
          <ac:chgData name="aditya mishra" userId="ccf7ad903ce36b40" providerId="LiveId" clId="{419E8B6B-74E2-405F-94B9-577F4F3EA5CB}" dt="2026-09-09T17:31:50.947" v="103" actId="14100"/>
          <ac:spMkLst>
            <pc:docMk/>
            <pc:sldMk cId="48075006" sldId="329"/>
            <ac:spMk id="2" creationId="{664E3B60-2780-459A-8583-F095D5E7463A}"/>
          </ac:spMkLst>
        </pc:spChg>
      </pc:sldChg>
      <pc:sldChg chg="addSp delSp modSp mod modAnim">
        <pc:chgData name="aditya mishra" userId="ccf7ad903ce36b40" providerId="LiveId" clId="{419E8B6B-74E2-405F-94B9-577F4F3EA5CB}" dt="2026-09-09T17:27:32.212" v="57" actId="1076"/>
        <pc:sldMkLst>
          <pc:docMk/>
          <pc:sldMk cId="1604013440" sldId="338"/>
        </pc:sldMkLst>
        <pc:spChg chg="mod">
          <ac:chgData name="aditya mishra" userId="ccf7ad903ce36b40" providerId="LiveId" clId="{419E8B6B-74E2-405F-94B9-577F4F3EA5CB}" dt="2026-09-09T17:19:16.213" v="21" actId="113"/>
          <ac:spMkLst>
            <pc:docMk/>
            <pc:sldMk cId="1604013440" sldId="338"/>
            <ac:spMk id="2" creationId="{7201737A-B873-4D1D-8A41-5ABF5184BC8F}"/>
          </ac:spMkLst>
        </pc:spChg>
        <pc:spChg chg="del mod">
          <ac:chgData name="aditya mishra" userId="ccf7ad903ce36b40" providerId="LiveId" clId="{419E8B6B-74E2-405F-94B9-577F4F3EA5CB}" dt="2026-09-09T17:18:46.011" v="19"/>
          <ac:spMkLst>
            <pc:docMk/>
            <pc:sldMk cId="1604013440" sldId="338"/>
            <ac:spMk id="3" creationId="{17F04107-8754-E47D-3375-529E689711FA}"/>
          </ac:spMkLst>
        </pc:spChg>
        <pc:spChg chg="mod">
          <ac:chgData name="aditya mishra" userId="ccf7ad903ce36b40" providerId="LiveId" clId="{419E8B6B-74E2-405F-94B9-577F4F3EA5CB}" dt="2026-09-09T17:19:57.281" v="27" actId="207"/>
          <ac:spMkLst>
            <pc:docMk/>
            <pc:sldMk cId="1604013440" sldId="338"/>
            <ac:spMk id="4" creationId="{92056599-CDAA-4367-BEF8-31D6E32518C8}"/>
          </ac:spMkLst>
        </pc:spChg>
        <pc:spChg chg="add del mod">
          <ac:chgData name="aditya mishra" userId="ccf7ad903ce36b40" providerId="LiveId" clId="{419E8B6B-74E2-405F-94B9-577F4F3EA5CB}" dt="2026-09-09T17:16:25.955" v="3"/>
          <ac:spMkLst>
            <pc:docMk/>
            <pc:sldMk cId="1604013440" sldId="338"/>
            <ac:spMk id="5" creationId="{FBC91E78-7DBE-5DC5-BF1D-57B5A8B9E603}"/>
          </ac:spMkLst>
        </pc:spChg>
        <pc:picChg chg="add del mod">
          <ac:chgData name="aditya mishra" userId="ccf7ad903ce36b40" providerId="LiveId" clId="{419E8B6B-74E2-405F-94B9-577F4F3EA5CB}" dt="2026-09-09T17:26:25.997" v="51" actId="21"/>
          <ac:picMkLst>
            <pc:docMk/>
            <pc:sldMk cId="1604013440" sldId="338"/>
            <ac:picMk id="8" creationId="{AA1E9FC8-9466-B6C6-C622-15CB118128E6}"/>
          </ac:picMkLst>
        </pc:picChg>
        <pc:picChg chg="add mod">
          <ac:chgData name="aditya mishra" userId="ccf7ad903ce36b40" providerId="LiveId" clId="{419E8B6B-74E2-405F-94B9-577F4F3EA5CB}" dt="2026-09-09T17:27:32.212" v="57" actId="1076"/>
          <ac:picMkLst>
            <pc:docMk/>
            <pc:sldMk cId="1604013440" sldId="338"/>
            <ac:picMk id="10" creationId="{9C23E822-CC2F-5069-8B74-25FEA9100501}"/>
          </ac:picMkLst>
        </pc:picChg>
        <pc:picChg chg="add mod">
          <ac:chgData name="aditya mishra" userId="ccf7ad903ce36b40" providerId="LiveId" clId="{419E8B6B-74E2-405F-94B9-577F4F3EA5CB}" dt="2026-09-09T17:27:25.796" v="56" actId="1076"/>
          <ac:picMkLst>
            <pc:docMk/>
            <pc:sldMk cId="1604013440" sldId="338"/>
            <ac:picMk id="12" creationId="{1E7D5AD1-A79A-BC0A-8F97-2BAACD2C7402}"/>
          </ac:picMkLst>
        </pc:picChg>
      </pc:sldChg>
      <pc:sldChg chg="addSp delSp modSp mod setBg modAnim">
        <pc:chgData name="aditya mishra" userId="ccf7ad903ce36b40" providerId="LiveId" clId="{419E8B6B-74E2-405F-94B9-577F4F3EA5CB}" dt="2026-09-09T17:42:25.170" v="250" actId="1076"/>
        <pc:sldMkLst>
          <pc:docMk/>
          <pc:sldMk cId="1086225493" sldId="339"/>
        </pc:sldMkLst>
        <pc:spChg chg="mod">
          <ac:chgData name="aditya mishra" userId="ccf7ad903ce36b40" providerId="LiveId" clId="{419E8B6B-74E2-405F-94B9-577F4F3EA5CB}" dt="2026-09-09T17:42:25.170" v="250" actId="1076"/>
          <ac:spMkLst>
            <pc:docMk/>
            <pc:sldMk cId="1086225493" sldId="339"/>
            <ac:spMk id="4" creationId="{AFE3A2AF-177E-45E6-A191-0F8523DB7FFA}"/>
          </ac:spMkLst>
        </pc:spChg>
        <pc:spChg chg="mod ord">
          <ac:chgData name="aditya mishra" userId="ccf7ad903ce36b40" providerId="LiveId" clId="{419E8B6B-74E2-405F-94B9-577F4F3EA5CB}" dt="2026-09-09T17:41:35.074" v="232" actId="1076"/>
          <ac:spMkLst>
            <pc:docMk/>
            <pc:sldMk cId="1086225493" sldId="339"/>
            <ac:spMk id="10" creationId="{B19D8AC7-3787-4ADB-9212-0808F015C2DD}"/>
          </ac:spMkLst>
        </pc:spChg>
        <pc:spChg chg="add del">
          <ac:chgData name="aditya mishra" userId="ccf7ad903ce36b40" providerId="LiveId" clId="{419E8B6B-74E2-405F-94B9-577F4F3EA5CB}" dt="2026-09-09T17:40:15.829" v="221" actId="26606"/>
          <ac:spMkLst>
            <pc:docMk/>
            <pc:sldMk cId="1086225493" sldId="339"/>
            <ac:spMk id="29" creationId="{A912E26A-2737-4A42-92C0-4ED8933C8AF6}"/>
          </ac:spMkLst>
        </pc:spChg>
        <pc:grpChg chg="add del">
          <ac:chgData name="aditya mishra" userId="ccf7ad903ce36b40" providerId="LiveId" clId="{419E8B6B-74E2-405F-94B9-577F4F3EA5CB}" dt="2026-09-09T17:41:24.765" v="229" actId="26606"/>
          <ac:grpSpMkLst>
            <pc:docMk/>
            <pc:sldMk cId="1086225493" sldId="339"/>
            <ac:grpSpMk id="12" creationId="{2356F361-DB9C-4716-8572-8E67E9AB4D57}"/>
          </ac:grpSpMkLst>
        </pc:grpChg>
        <pc:grpChg chg="add del">
          <ac:chgData name="aditya mishra" userId="ccf7ad903ce36b40" providerId="LiveId" clId="{419E8B6B-74E2-405F-94B9-577F4F3EA5CB}" dt="2026-09-09T17:40:15.829" v="221" actId="26606"/>
          <ac:grpSpMkLst>
            <pc:docMk/>
            <pc:sldMk cId="1086225493" sldId="339"/>
            <ac:grpSpMk id="15" creationId="{BCAEEEBD-779B-4609-A737-4BEFD64744BF}"/>
          </ac:grpSpMkLst>
        </pc:grpChg>
        <pc:grpChg chg="add">
          <ac:chgData name="aditya mishra" userId="ccf7ad903ce36b40" providerId="LiveId" clId="{419E8B6B-74E2-405F-94B9-577F4F3EA5CB}" dt="2026-09-09T17:41:24.772" v="230" actId="26606"/>
          <ac:grpSpMkLst>
            <pc:docMk/>
            <pc:sldMk cId="1086225493" sldId="339"/>
            <ac:grpSpMk id="28" creationId="{2356F361-DB9C-4716-8572-8E67E9AB4D57}"/>
          </ac:grpSpMkLst>
        </pc:grpChg>
        <pc:picChg chg="add del mod ord">
          <ac:chgData name="aditya mishra" userId="ccf7ad903ce36b40" providerId="LiveId" clId="{419E8B6B-74E2-405F-94B9-577F4F3EA5CB}" dt="2026-09-09T17:40:28.144" v="226" actId="931"/>
          <ac:picMkLst>
            <pc:docMk/>
            <pc:sldMk cId="1086225493" sldId="339"/>
            <ac:picMk id="3" creationId="{544C5CD2-11DC-65E1-2AEF-4F32491CFD7C}"/>
          </ac:picMkLst>
        </pc:picChg>
        <pc:picChg chg="mod ord">
          <ac:chgData name="aditya mishra" userId="ccf7ad903ce36b40" providerId="LiveId" clId="{419E8B6B-74E2-405F-94B9-577F4F3EA5CB}" dt="2026-09-09T17:41:24.772" v="230" actId="26606"/>
          <ac:picMkLst>
            <pc:docMk/>
            <pc:sldMk cId="1086225493" sldId="339"/>
            <ac:picMk id="5" creationId="{BBB0C869-7C5C-4070-BD4D-F3FC2DA8F301}"/>
          </ac:picMkLst>
        </pc:picChg>
        <pc:picChg chg="add mod ord">
          <ac:chgData name="aditya mishra" userId="ccf7ad903ce36b40" providerId="LiveId" clId="{419E8B6B-74E2-405F-94B9-577F4F3EA5CB}" dt="2026-09-09T17:41:50.499" v="238" actId="14100"/>
          <ac:picMkLst>
            <pc:docMk/>
            <pc:sldMk cId="1086225493" sldId="339"/>
            <ac:picMk id="9" creationId="{1109EA5F-2900-75E3-FFA3-C7FE59C6E9DB}"/>
          </ac:picMkLst>
        </pc:picChg>
        <pc:cxnChg chg="add del">
          <ac:chgData name="aditya mishra" userId="ccf7ad903ce36b40" providerId="LiveId" clId="{419E8B6B-74E2-405F-94B9-577F4F3EA5CB}" dt="2026-09-09T17:40:15.829" v="221" actId="26606"/>
          <ac:cxnSpMkLst>
            <pc:docMk/>
            <pc:sldMk cId="1086225493" sldId="339"/>
            <ac:cxnSpMk id="27" creationId="{36CB27DD-D98C-4A82-9A5E-422827825769}"/>
          </ac:cxnSpMkLst>
        </pc:cxnChg>
      </pc:sldChg>
      <pc:sldChg chg="addSp delSp modSp mod setBg modAnim">
        <pc:chgData name="aditya mishra" userId="ccf7ad903ce36b40" providerId="LiveId" clId="{419E8B6B-74E2-405F-94B9-577F4F3EA5CB}" dt="2026-09-09T17:45:49.715" v="296" actId="1076"/>
        <pc:sldMkLst>
          <pc:docMk/>
          <pc:sldMk cId="3849627828" sldId="340"/>
        </pc:sldMkLst>
        <pc:spChg chg="mod ord">
          <ac:chgData name="aditya mishra" userId="ccf7ad903ce36b40" providerId="LiveId" clId="{419E8B6B-74E2-405F-94B9-577F4F3EA5CB}" dt="2026-09-09T17:45:40.644" v="294" actId="207"/>
          <ac:spMkLst>
            <pc:docMk/>
            <pc:sldMk cId="3849627828" sldId="340"/>
            <ac:spMk id="4" creationId="{6D5AF756-BADB-9E87-14AC-F87A8C7463BF}"/>
          </ac:spMkLst>
        </pc:spChg>
        <pc:spChg chg="mod ord">
          <ac:chgData name="aditya mishra" userId="ccf7ad903ce36b40" providerId="LiveId" clId="{419E8B6B-74E2-405F-94B9-577F4F3EA5CB}" dt="2026-09-09T17:44:56.961" v="287" actId="26606"/>
          <ac:spMkLst>
            <pc:docMk/>
            <pc:sldMk cId="3849627828" sldId="340"/>
            <ac:spMk id="10" creationId="{3A64DB11-806F-1A4C-E0D5-D745D29CED50}"/>
          </ac:spMkLst>
        </pc:spChg>
        <pc:spChg chg="add del">
          <ac:chgData name="aditya mishra" userId="ccf7ad903ce36b40" providerId="LiveId" clId="{419E8B6B-74E2-405F-94B9-577F4F3EA5CB}" dt="2026-09-09T17:44:25.667" v="276" actId="26606"/>
          <ac:spMkLst>
            <pc:docMk/>
            <pc:sldMk cId="3849627828" sldId="340"/>
            <ac:spMk id="44" creationId="{A912E26A-2737-4A42-92C0-4ED8933C8AF6}"/>
          </ac:spMkLst>
        </pc:spChg>
        <pc:spChg chg="add del">
          <ac:chgData name="aditya mishra" userId="ccf7ad903ce36b40" providerId="LiveId" clId="{419E8B6B-74E2-405F-94B9-577F4F3EA5CB}" dt="2026-09-09T17:44:55.035" v="284" actId="26606"/>
          <ac:spMkLst>
            <pc:docMk/>
            <pc:sldMk cId="3849627828" sldId="340"/>
            <ac:spMk id="100" creationId="{A912E26A-2737-4A42-92C0-4ED8933C8AF6}"/>
          </ac:spMkLst>
        </pc:spChg>
        <pc:grpChg chg="add del">
          <ac:chgData name="aditya mishra" userId="ccf7ad903ce36b40" providerId="LiveId" clId="{419E8B6B-74E2-405F-94B9-577F4F3EA5CB}" dt="2026-09-09T17:44:25.671" v="277" actId="26606"/>
          <ac:grpSpMkLst>
            <pc:docMk/>
            <pc:sldMk cId="3849627828" sldId="340"/>
            <ac:grpSpMk id="15" creationId="{2356F361-DB9C-4716-8572-8E67E9AB4D57}"/>
          </ac:grpSpMkLst>
        </pc:grpChg>
        <pc:grpChg chg="add del">
          <ac:chgData name="aditya mishra" userId="ccf7ad903ce36b40" providerId="LiveId" clId="{419E8B6B-74E2-405F-94B9-577F4F3EA5CB}" dt="2026-09-09T17:44:20.989" v="274" actId="26606"/>
          <ac:grpSpMkLst>
            <pc:docMk/>
            <pc:sldMk cId="3849627828" sldId="340"/>
            <ac:grpSpMk id="30" creationId="{2356F361-DB9C-4716-8572-8E67E9AB4D57}"/>
          </ac:grpSpMkLst>
        </pc:grpChg>
        <pc:grpChg chg="add del">
          <ac:chgData name="aditya mishra" userId="ccf7ad903ce36b40" providerId="LiveId" clId="{419E8B6B-74E2-405F-94B9-577F4F3EA5CB}" dt="2026-09-09T17:44:25.667" v="276" actId="26606"/>
          <ac:grpSpMkLst>
            <pc:docMk/>
            <pc:sldMk cId="3849627828" sldId="340"/>
            <ac:grpSpMk id="43" creationId="{BCAEEEBD-779B-4609-A737-4BEFD64744BF}"/>
          </ac:grpSpMkLst>
        </pc:grpChg>
        <pc:grpChg chg="add del">
          <ac:chgData name="aditya mishra" userId="ccf7ad903ce36b40" providerId="LiveId" clId="{419E8B6B-74E2-405F-94B9-577F4F3EA5CB}" dt="2026-09-09T17:44:43.661" v="282" actId="26606"/>
          <ac:grpSpMkLst>
            <pc:docMk/>
            <pc:sldMk cId="3849627828" sldId="340"/>
            <ac:grpSpMk id="54" creationId="{2356F361-DB9C-4716-8572-8E67E9AB4D57}"/>
          </ac:grpSpMkLst>
        </pc:grpChg>
        <pc:grpChg chg="add del">
          <ac:chgData name="aditya mishra" userId="ccf7ad903ce36b40" providerId="LiveId" clId="{419E8B6B-74E2-405F-94B9-577F4F3EA5CB}" dt="2026-09-09T17:44:40.481" v="279" actId="26606"/>
          <ac:grpSpMkLst>
            <pc:docMk/>
            <pc:sldMk cId="3849627828" sldId="340"/>
            <ac:grpSpMk id="59" creationId="{2356F361-DB9C-4716-8572-8E67E9AB4D57}"/>
          </ac:grpSpMkLst>
        </pc:grpChg>
        <pc:grpChg chg="add del">
          <ac:chgData name="aditya mishra" userId="ccf7ad903ce36b40" providerId="LiveId" clId="{419E8B6B-74E2-405F-94B9-577F4F3EA5CB}" dt="2026-09-09T17:44:43.658" v="281" actId="26606"/>
          <ac:grpSpMkLst>
            <pc:docMk/>
            <pc:sldMk cId="3849627828" sldId="340"/>
            <ac:grpSpMk id="71" creationId="{2356F361-DB9C-4716-8572-8E67E9AB4D57}"/>
          </ac:grpSpMkLst>
        </pc:grpChg>
        <pc:grpChg chg="add del">
          <ac:chgData name="aditya mishra" userId="ccf7ad903ce36b40" providerId="LiveId" clId="{419E8B6B-74E2-405F-94B9-577F4F3EA5CB}" dt="2026-09-09T17:44:56.961" v="287" actId="26606"/>
          <ac:grpSpMkLst>
            <pc:docMk/>
            <pc:sldMk cId="3849627828" sldId="340"/>
            <ac:grpSpMk id="81" creationId="{2356F361-DB9C-4716-8572-8E67E9AB4D57}"/>
          </ac:grpSpMkLst>
        </pc:grpChg>
        <pc:grpChg chg="add del">
          <ac:chgData name="aditya mishra" userId="ccf7ad903ce36b40" providerId="LiveId" clId="{419E8B6B-74E2-405F-94B9-577F4F3EA5CB}" dt="2026-09-09T17:44:55.035" v="284" actId="26606"/>
          <ac:grpSpMkLst>
            <pc:docMk/>
            <pc:sldMk cId="3849627828" sldId="340"/>
            <ac:grpSpMk id="86" creationId="{BCAEEEBD-779B-4609-A737-4BEFD64744BF}"/>
          </ac:grpSpMkLst>
        </pc:grpChg>
        <pc:grpChg chg="add del">
          <ac:chgData name="aditya mishra" userId="ccf7ad903ce36b40" providerId="LiveId" clId="{419E8B6B-74E2-405F-94B9-577F4F3EA5CB}" dt="2026-09-09T17:44:56.955" v="286" actId="26606"/>
          <ac:grpSpMkLst>
            <pc:docMk/>
            <pc:sldMk cId="3849627828" sldId="340"/>
            <ac:grpSpMk id="102" creationId="{2356F361-DB9C-4716-8572-8E67E9AB4D57}"/>
          </ac:grpSpMkLst>
        </pc:grpChg>
        <pc:grpChg chg="add">
          <ac:chgData name="aditya mishra" userId="ccf7ad903ce36b40" providerId="LiveId" clId="{419E8B6B-74E2-405F-94B9-577F4F3EA5CB}" dt="2026-09-09T17:44:56.961" v="287" actId="26606"/>
          <ac:grpSpMkLst>
            <pc:docMk/>
            <pc:sldMk cId="3849627828" sldId="340"/>
            <ac:grpSpMk id="104" creationId="{2356F361-DB9C-4716-8572-8E67E9AB4D57}"/>
          </ac:grpSpMkLst>
        </pc:grpChg>
        <pc:picChg chg="add mod ord">
          <ac:chgData name="aditya mishra" userId="ccf7ad903ce36b40" providerId="LiveId" clId="{419E8B6B-74E2-405F-94B9-577F4F3EA5CB}" dt="2026-09-09T17:45:49.715" v="296" actId="1076"/>
          <ac:picMkLst>
            <pc:docMk/>
            <pc:sldMk cId="3849627828" sldId="340"/>
            <ac:picMk id="3" creationId="{17654756-A25C-9508-A472-1D8D5A707BBC}"/>
          </ac:picMkLst>
        </pc:picChg>
        <pc:picChg chg="mod ord">
          <ac:chgData name="aditya mishra" userId="ccf7ad903ce36b40" providerId="LiveId" clId="{419E8B6B-74E2-405F-94B9-577F4F3EA5CB}" dt="2026-09-09T17:44:56.961" v="287" actId="26606"/>
          <ac:picMkLst>
            <pc:docMk/>
            <pc:sldMk cId="3849627828" sldId="340"/>
            <ac:picMk id="5" creationId="{BFCF24DA-3CDC-4D87-9335-AB913C783F76}"/>
          </ac:picMkLst>
        </pc:picChg>
        <pc:cxnChg chg="add del">
          <ac:chgData name="aditya mishra" userId="ccf7ad903ce36b40" providerId="LiveId" clId="{419E8B6B-74E2-405F-94B9-577F4F3EA5CB}" dt="2026-09-09T17:44:25.667" v="276" actId="26606"/>
          <ac:cxnSpMkLst>
            <pc:docMk/>
            <pc:sldMk cId="3849627828" sldId="340"/>
            <ac:cxnSpMk id="42" creationId="{36CB27DD-D98C-4A82-9A5E-422827825769}"/>
          </ac:cxnSpMkLst>
        </pc:cxnChg>
        <pc:cxnChg chg="add del">
          <ac:chgData name="aditya mishra" userId="ccf7ad903ce36b40" providerId="LiveId" clId="{419E8B6B-74E2-405F-94B9-577F4F3EA5CB}" dt="2026-09-09T17:44:55.035" v="284" actId="26606"/>
          <ac:cxnSpMkLst>
            <pc:docMk/>
            <pc:sldMk cId="3849627828" sldId="340"/>
            <ac:cxnSpMk id="98" creationId="{36CB27DD-D98C-4A82-9A5E-422827825769}"/>
          </ac:cxnSpMkLst>
        </pc:cxnChg>
      </pc:sldChg>
      <pc:sldChg chg="addSp modSp mod modAnim">
        <pc:chgData name="aditya mishra" userId="ccf7ad903ce36b40" providerId="LiveId" clId="{419E8B6B-74E2-405F-94B9-577F4F3EA5CB}" dt="2026-09-09T17:52:59.084" v="478" actId="14100"/>
        <pc:sldMkLst>
          <pc:docMk/>
          <pc:sldMk cId="776828144" sldId="341"/>
        </pc:sldMkLst>
        <pc:spChg chg="add mod">
          <ac:chgData name="aditya mishra" userId="ccf7ad903ce36b40" providerId="LiveId" clId="{419E8B6B-74E2-405F-94B9-577F4F3EA5CB}" dt="2026-09-09T17:52:59.084" v="478" actId="14100"/>
          <ac:spMkLst>
            <pc:docMk/>
            <pc:sldMk cId="776828144" sldId="341"/>
            <ac:spMk id="2" creationId="{1503593F-FBED-CDD0-BCEE-BB5A1BA79D98}"/>
          </ac:spMkLst>
        </pc:spChg>
        <pc:spChg chg="mod">
          <ac:chgData name="aditya mishra" userId="ccf7ad903ce36b40" providerId="LiveId" clId="{419E8B6B-74E2-405F-94B9-577F4F3EA5CB}" dt="2026-09-09T17:52:29.294" v="471" actId="20577"/>
          <ac:spMkLst>
            <pc:docMk/>
            <pc:sldMk cId="776828144" sldId="341"/>
            <ac:spMk id="4" creationId="{9B097C2C-D75A-31D4-CD9F-366F39CDE51D}"/>
          </ac:spMkLst>
        </pc:spChg>
      </pc:sldChg>
      <pc:sldChg chg="addSp modSp mod">
        <pc:chgData name="aditya mishra" userId="ccf7ad903ce36b40" providerId="LiveId" clId="{419E8B6B-74E2-405F-94B9-577F4F3EA5CB}" dt="2026-09-09T17:55:56.147" v="527" actId="1076"/>
        <pc:sldMkLst>
          <pc:docMk/>
          <pc:sldMk cId="3863610428" sldId="342"/>
        </pc:sldMkLst>
        <pc:spChg chg="add mod">
          <ac:chgData name="aditya mishra" userId="ccf7ad903ce36b40" providerId="LiveId" clId="{419E8B6B-74E2-405F-94B9-577F4F3EA5CB}" dt="2026-09-09T17:55:20.203" v="522" actId="207"/>
          <ac:spMkLst>
            <pc:docMk/>
            <pc:sldMk cId="3863610428" sldId="342"/>
            <ac:spMk id="2" creationId="{1D2CD4E7-F274-2C5A-E695-3B9BCC549894}"/>
          </ac:spMkLst>
        </pc:spChg>
        <pc:spChg chg="add mod">
          <ac:chgData name="aditya mishra" userId="ccf7ad903ce36b40" providerId="LiveId" clId="{419E8B6B-74E2-405F-94B9-577F4F3EA5CB}" dt="2026-09-09T17:55:56.147" v="527" actId="1076"/>
          <ac:spMkLst>
            <pc:docMk/>
            <pc:sldMk cId="3863610428" sldId="342"/>
            <ac:spMk id="3" creationId="{61D9DF13-1DFF-75C7-4B74-6BD81DC62210}"/>
          </ac:spMkLst>
        </pc:spChg>
      </pc:sldChg>
      <pc:sldChg chg="addSp modSp mod setBg">
        <pc:chgData name="aditya mishra" userId="ccf7ad903ce36b40" providerId="LiveId" clId="{419E8B6B-74E2-405F-94B9-577F4F3EA5CB}" dt="2026-09-09T17:57:00.779" v="541" actId="14100"/>
        <pc:sldMkLst>
          <pc:docMk/>
          <pc:sldMk cId="3962802212" sldId="343"/>
        </pc:sldMkLst>
        <pc:spChg chg="mod">
          <ac:chgData name="aditya mishra" userId="ccf7ad903ce36b40" providerId="LiveId" clId="{419E8B6B-74E2-405F-94B9-577F4F3EA5CB}" dt="2026-09-09T17:56:40.067" v="532" actId="1076"/>
          <ac:spMkLst>
            <pc:docMk/>
            <pc:sldMk cId="3962802212" sldId="343"/>
            <ac:spMk id="4" creationId="{42B692F6-18B4-BC16-EA0C-48FFBD5621DF}"/>
          </ac:spMkLst>
        </pc:spChg>
        <pc:grpChg chg="add">
          <ac:chgData name="aditya mishra" userId="ccf7ad903ce36b40" providerId="LiveId" clId="{419E8B6B-74E2-405F-94B9-577F4F3EA5CB}" dt="2026-09-09T17:56:29.805" v="530" actId="26606"/>
          <ac:grpSpMkLst>
            <pc:docMk/>
            <pc:sldMk cId="3962802212" sldId="343"/>
            <ac:grpSpMk id="13" creationId="{6CC33B2B-B475-4189-BA8F-3CF8248DC685}"/>
          </ac:grpSpMkLst>
        </pc:grpChg>
        <pc:picChg chg="add mod ord">
          <ac:chgData name="aditya mishra" userId="ccf7ad903ce36b40" providerId="LiveId" clId="{419E8B6B-74E2-405F-94B9-577F4F3EA5CB}" dt="2026-09-09T17:57:00.779" v="541" actId="14100"/>
          <ac:picMkLst>
            <pc:docMk/>
            <pc:sldMk cId="3962802212" sldId="343"/>
            <ac:picMk id="3" creationId="{85C354BF-0863-97E1-D92F-C3CDC5367500}"/>
          </ac:picMkLst>
        </pc:picChg>
        <pc:picChg chg="mod ord">
          <ac:chgData name="aditya mishra" userId="ccf7ad903ce36b40" providerId="LiveId" clId="{419E8B6B-74E2-405F-94B9-577F4F3EA5CB}" dt="2026-09-09T17:56:29.805" v="530" actId="26606"/>
          <ac:picMkLst>
            <pc:docMk/>
            <pc:sldMk cId="3962802212" sldId="343"/>
            <ac:picMk id="5" creationId="{5B12FC48-BC6E-8635-A49E-73EF17CEDC01}"/>
          </ac:picMkLst>
        </pc:picChg>
      </pc:sldChg>
      <pc:sldChg chg="addSp delSp modSp mod setBg modAnim">
        <pc:chgData name="aditya mishra" userId="ccf7ad903ce36b40" providerId="LiveId" clId="{419E8B6B-74E2-405F-94B9-577F4F3EA5CB}" dt="2026-09-09T17:47:55.803" v="352" actId="14100"/>
        <pc:sldMkLst>
          <pc:docMk/>
          <pc:sldMk cId="1698901770" sldId="344"/>
        </pc:sldMkLst>
        <pc:spChg chg="mod">
          <ac:chgData name="aditya mishra" userId="ccf7ad903ce36b40" providerId="LiveId" clId="{419E8B6B-74E2-405F-94B9-577F4F3EA5CB}" dt="2026-09-09T17:47:30.950" v="347" actId="207"/>
          <ac:spMkLst>
            <pc:docMk/>
            <pc:sldMk cId="1698901770" sldId="344"/>
            <ac:spMk id="4" creationId="{DFCD5524-F764-DC63-6F54-D48057CF17B7}"/>
          </ac:spMkLst>
        </pc:spChg>
        <pc:spChg chg="mod ord">
          <ac:chgData name="aditya mishra" userId="ccf7ad903ce36b40" providerId="LiveId" clId="{419E8B6B-74E2-405F-94B9-577F4F3EA5CB}" dt="2026-09-09T17:47:13.670" v="343" actId="26606"/>
          <ac:spMkLst>
            <pc:docMk/>
            <pc:sldMk cId="1698901770" sldId="344"/>
            <ac:spMk id="10" creationId="{B6E3B1C7-6A8B-23EE-6251-DC1067C6ADE9}"/>
          </ac:spMkLst>
        </pc:spChg>
        <pc:grpChg chg="add">
          <ac:chgData name="aditya mishra" userId="ccf7ad903ce36b40" providerId="LiveId" clId="{419E8B6B-74E2-405F-94B9-577F4F3EA5CB}" dt="2026-09-09T17:47:13.670" v="343" actId="26606"/>
          <ac:grpSpMkLst>
            <pc:docMk/>
            <pc:sldMk cId="1698901770" sldId="344"/>
            <ac:grpSpMk id="15" creationId="{2356F361-DB9C-4716-8572-8E67E9AB4D57}"/>
          </ac:grpSpMkLst>
        </pc:grpChg>
        <pc:picChg chg="add mod ord">
          <ac:chgData name="aditya mishra" userId="ccf7ad903ce36b40" providerId="LiveId" clId="{419E8B6B-74E2-405F-94B9-577F4F3EA5CB}" dt="2026-09-09T17:47:55.803" v="352" actId="14100"/>
          <ac:picMkLst>
            <pc:docMk/>
            <pc:sldMk cId="1698901770" sldId="344"/>
            <ac:picMk id="3" creationId="{D294EF00-85D4-7A61-5926-85C6DDD24515}"/>
          </ac:picMkLst>
        </pc:picChg>
        <pc:picChg chg="del mod ord">
          <ac:chgData name="aditya mishra" userId="ccf7ad903ce36b40" providerId="LiveId" clId="{419E8B6B-74E2-405F-94B9-577F4F3EA5CB}" dt="2026-09-09T17:47:45.238" v="350" actId="21"/>
          <ac:picMkLst>
            <pc:docMk/>
            <pc:sldMk cId="1698901770" sldId="344"/>
            <ac:picMk id="5" creationId="{BEC6E6C7-69F2-D361-F3CC-FC5268D9BC87}"/>
          </ac:picMkLst>
        </pc:picChg>
      </pc:sldChg>
      <pc:sldChg chg="addSp modSp mod modAnim">
        <pc:chgData name="aditya mishra" userId="ccf7ad903ce36b40" providerId="LiveId" clId="{419E8B6B-74E2-405F-94B9-577F4F3EA5CB}" dt="2026-09-09T17:49:03.739" v="369" actId="1076"/>
        <pc:sldMkLst>
          <pc:docMk/>
          <pc:sldMk cId="1903979828" sldId="345"/>
        </pc:sldMkLst>
        <pc:spChg chg="mod">
          <ac:chgData name="aditya mishra" userId="ccf7ad903ce36b40" providerId="LiveId" clId="{419E8B6B-74E2-405F-94B9-577F4F3EA5CB}" dt="2026-09-09T17:48:26.835" v="361" actId="14100"/>
          <ac:spMkLst>
            <pc:docMk/>
            <pc:sldMk cId="1903979828" sldId="345"/>
            <ac:spMk id="4" creationId="{15FD49EE-0956-AAE3-737B-15F7D4267C1A}"/>
          </ac:spMkLst>
        </pc:spChg>
        <pc:spChg chg="mod">
          <ac:chgData name="aditya mishra" userId="ccf7ad903ce36b40" providerId="LiveId" clId="{419E8B6B-74E2-405F-94B9-577F4F3EA5CB}" dt="2026-09-09T17:49:03.739" v="369" actId="1076"/>
          <ac:spMkLst>
            <pc:docMk/>
            <pc:sldMk cId="1903979828" sldId="345"/>
            <ac:spMk id="10" creationId="{2B7B89A1-9444-8322-CADC-42D31D698FA8}"/>
          </ac:spMkLst>
        </pc:spChg>
        <pc:picChg chg="add mod">
          <ac:chgData name="aditya mishra" userId="ccf7ad903ce36b40" providerId="LiveId" clId="{419E8B6B-74E2-405F-94B9-577F4F3EA5CB}" dt="2026-09-09T17:48:56.814" v="368" actId="14100"/>
          <ac:picMkLst>
            <pc:docMk/>
            <pc:sldMk cId="1903979828" sldId="345"/>
            <ac:picMk id="3" creationId="{61165169-7C6C-CCAF-F528-90F8E51BFAB4}"/>
          </ac:picMkLst>
        </pc:picChg>
      </pc:sldChg>
      <pc:sldChg chg="addSp modSp mod setBg modAnim">
        <pc:chgData name="aditya mishra" userId="ccf7ad903ce36b40" providerId="LiveId" clId="{419E8B6B-74E2-405F-94B9-577F4F3EA5CB}" dt="2026-09-09T17:51:51.059" v="445" actId="14100"/>
        <pc:sldMkLst>
          <pc:docMk/>
          <pc:sldMk cId="1421522261" sldId="346"/>
        </pc:sldMkLst>
        <pc:spChg chg="mod">
          <ac:chgData name="aditya mishra" userId="ccf7ad903ce36b40" providerId="LiveId" clId="{419E8B6B-74E2-405F-94B9-577F4F3EA5CB}" dt="2026-09-09T17:51:33.420" v="440" actId="207"/>
          <ac:spMkLst>
            <pc:docMk/>
            <pc:sldMk cId="1421522261" sldId="346"/>
            <ac:spMk id="4" creationId="{99E35150-35BD-1B1F-9A8C-890DBFDF3B54}"/>
          </ac:spMkLst>
        </pc:spChg>
        <pc:spChg chg="ord">
          <ac:chgData name="aditya mishra" userId="ccf7ad903ce36b40" providerId="LiveId" clId="{419E8B6B-74E2-405F-94B9-577F4F3EA5CB}" dt="2026-09-09T17:51:26.015" v="439" actId="26606"/>
          <ac:spMkLst>
            <pc:docMk/>
            <pc:sldMk cId="1421522261" sldId="346"/>
            <ac:spMk id="7" creationId="{5A2A9BCE-A757-223C-2A3D-44341FB27A61}"/>
          </ac:spMkLst>
        </pc:spChg>
        <pc:spChg chg="ord">
          <ac:chgData name="aditya mishra" userId="ccf7ad903ce36b40" providerId="LiveId" clId="{419E8B6B-74E2-405F-94B9-577F4F3EA5CB}" dt="2026-09-09T17:51:26.015" v="439" actId="26606"/>
          <ac:spMkLst>
            <pc:docMk/>
            <pc:sldMk cId="1421522261" sldId="346"/>
            <ac:spMk id="8" creationId="{1EED58A7-2CD5-1355-8D1D-DD62A1ED8CB5}"/>
          </ac:spMkLst>
        </pc:spChg>
        <pc:spChg chg="mod">
          <ac:chgData name="aditya mishra" userId="ccf7ad903ce36b40" providerId="LiveId" clId="{419E8B6B-74E2-405F-94B9-577F4F3EA5CB}" dt="2026-09-09T17:51:26.015" v="439" actId="26606"/>
          <ac:spMkLst>
            <pc:docMk/>
            <pc:sldMk cId="1421522261" sldId="346"/>
            <ac:spMk id="10" creationId="{F85C769B-425A-FE3B-E47A-3B747985DC52}"/>
          </ac:spMkLst>
        </pc:spChg>
        <pc:grpChg chg="add">
          <ac:chgData name="aditya mishra" userId="ccf7ad903ce36b40" providerId="LiveId" clId="{419E8B6B-74E2-405F-94B9-577F4F3EA5CB}" dt="2026-09-09T17:51:26.015" v="439" actId="26606"/>
          <ac:grpSpMkLst>
            <pc:docMk/>
            <pc:sldMk cId="1421522261" sldId="346"/>
            <ac:grpSpMk id="15" creationId="{2356F361-DB9C-4716-8572-8E67E9AB4D57}"/>
          </ac:grpSpMkLst>
        </pc:grpChg>
        <pc:picChg chg="add mod">
          <ac:chgData name="aditya mishra" userId="ccf7ad903ce36b40" providerId="LiveId" clId="{419E8B6B-74E2-405F-94B9-577F4F3EA5CB}" dt="2026-09-09T17:51:51.059" v="445" actId="14100"/>
          <ac:picMkLst>
            <pc:docMk/>
            <pc:sldMk cId="1421522261" sldId="346"/>
            <ac:picMk id="3" creationId="{E4EBBB45-15A7-AF70-A864-83C047938E00}"/>
          </ac:picMkLst>
        </pc:picChg>
        <pc:picChg chg="mod ord">
          <ac:chgData name="aditya mishra" userId="ccf7ad903ce36b40" providerId="LiveId" clId="{419E8B6B-74E2-405F-94B9-577F4F3EA5CB}" dt="2026-09-09T17:51:26.015" v="439" actId="26606"/>
          <ac:picMkLst>
            <pc:docMk/>
            <pc:sldMk cId="1421522261" sldId="346"/>
            <ac:picMk id="5" creationId="{9E7611FF-D6E5-400F-ED75-6F5531CFA957}"/>
          </ac:picMkLst>
        </pc:picChg>
      </pc:sldChg>
      <pc:sldChg chg="modSp add">
        <pc:chgData name="aditya mishra" userId="ccf7ad903ce36b40" providerId="LiveId" clId="{419E8B6B-74E2-405F-94B9-577F4F3EA5CB}" dt="2026-09-09T17:30:44.797" v="95"/>
        <pc:sldMkLst>
          <pc:docMk/>
          <pc:sldMk cId="3053613325" sldId="347"/>
        </pc:sldMkLst>
        <pc:spChg chg="mod">
          <ac:chgData name="aditya mishra" userId="ccf7ad903ce36b40" providerId="LiveId" clId="{419E8B6B-74E2-405F-94B9-577F4F3EA5CB}" dt="2026-09-09T17:30:44.797" v="95"/>
          <ac:spMkLst>
            <pc:docMk/>
            <pc:sldMk cId="3053613325" sldId="347"/>
            <ac:spMk id="2" creationId="{23AB3788-2331-D4B5-8D3E-4F5EE09ACDA9}"/>
          </ac:spMkLst>
        </pc:spChg>
        <pc:spChg chg="mod">
          <ac:chgData name="aditya mishra" userId="ccf7ad903ce36b40" providerId="LiveId" clId="{419E8B6B-74E2-405F-94B9-577F4F3EA5CB}" dt="2026-09-09T17:30:36.425" v="94" actId="20577"/>
          <ac:spMkLst>
            <pc:docMk/>
            <pc:sldMk cId="3053613325" sldId="347"/>
            <ac:spMk id="3" creationId="{B997F134-4EEB-8552-1290-EF1EE9ED07E3}"/>
          </ac:spMkLst>
        </pc:spChg>
      </pc:sldChg>
      <pc:sldChg chg="new del">
        <pc:chgData name="aditya mishra" userId="ccf7ad903ce36b40" providerId="LiveId" clId="{419E8B6B-74E2-405F-94B9-577F4F3EA5CB}" dt="2026-09-09T17:30:54.846" v="97" actId="2696"/>
        <pc:sldMkLst>
          <pc:docMk/>
          <pc:sldMk cId="563677746" sldId="348"/>
        </pc:sldMkLst>
      </pc:sldChg>
      <pc:sldChg chg="modSp add">
        <pc:chgData name="aditya mishra" userId="ccf7ad903ce36b40" providerId="LiveId" clId="{419E8B6B-74E2-405F-94B9-577F4F3EA5CB}" dt="2026-09-09T17:31:31.463" v="100"/>
        <pc:sldMkLst>
          <pc:docMk/>
          <pc:sldMk cId="805782391" sldId="348"/>
        </pc:sldMkLst>
        <pc:spChg chg="mod">
          <ac:chgData name="aditya mishra" userId="ccf7ad903ce36b40" providerId="LiveId" clId="{419E8B6B-74E2-405F-94B9-577F4F3EA5CB}" dt="2026-09-09T17:31:31.463" v="100"/>
          <ac:spMkLst>
            <pc:docMk/>
            <pc:sldMk cId="805782391" sldId="348"/>
            <ac:spMk id="2" creationId="{D605E49F-EA03-CEA2-28E9-07A7315D888D}"/>
          </ac:spMkLst>
        </pc:spChg>
        <pc:spChg chg="mod">
          <ac:chgData name="aditya mishra" userId="ccf7ad903ce36b40" providerId="LiveId" clId="{419E8B6B-74E2-405F-94B9-577F4F3EA5CB}" dt="2026-09-09T17:31:24.180" v="99"/>
          <ac:spMkLst>
            <pc:docMk/>
            <pc:sldMk cId="805782391" sldId="348"/>
            <ac:spMk id="3" creationId="{AAA02D21-4170-9F28-D48C-612B1C7B6727}"/>
          </ac:spMkLst>
        </pc:spChg>
      </pc:sldChg>
      <pc:sldChg chg="modSp add mod modAnim">
        <pc:chgData name="aditya mishra" userId="ccf7ad903ce36b40" providerId="LiveId" clId="{419E8B6B-74E2-405F-94B9-577F4F3EA5CB}" dt="2026-09-09T17:38:24.146" v="209" actId="1076"/>
        <pc:sldMkLst>
          <pc:docMk/>
          <pc:sldMk cId="254001245" sldId="349"/>
        </pc:sldMkLst>
        <pc:spChg chg="mod">
          <ac:chgData name="aditya mishra" userId="ccf7ad903ce36b40" providerId="LiveId" clId="{419E8B6B-74E2-405F-94B9-577F4F3EA5CB}" dt="2026-09-09T17:38:24.146" v="209" actId="1076"/>
          <ac:spMkLst>
            <pc:docMk/>
            <pc:sldMk cId="254001245" sldId="349"/>
            <ac:spMk id="7" creationId="{41375BDA-7506-139B-59E1-7B50309E60B7}"/>
          </ac:spMkLst>
        </pc:spChg>
        <pc:spChg chg="mod">
          <ac:chgData name="aditya mishra" userId="ccf7ad903ce36b40" providerId="LiveId" clId="{419E8B6B-74E2-405F-94B9-577F4F3EA5CB}" dt="2026-09-09T17:37:39.618" v="204" actId="27636"/>
          <ac:spMkLst>
            <pc:docMk/>
            <pc:sldMk cId="254001245" sldId="349"/>
            <ac:spMk id="9" creationId="{9D950B90-5819-398E-430C-D02286703079}"/>
          </ac:spMkLst>
        </pc:spChg>
      </pc:sldChg>
      <pc:sldChg chg="addSp modSp add mod modAnim">
        <pc:chgData name="aditya mishra" userId="ccf7ad903ce36b40" providerId="LiveId" clId="{419E8B6B-74E2-405F-94B9-577F4F3EA5CB}" dt="2026-09-09T17:53:49.276" v="511" actId="14100"/>
        <pc:sldMkLst>
          <pc:docMk/>
          <pc:sldMk cId="1354362829" sldId="350"/>
        </pc:sldMkLst>
        <pc:spChg chg="add mod">
          <ac:chgData name="aditya mishra" userId="ccf7ad903ce36b40" providerId="LiveId" clId="{419E8B6B-74E2-405F-94B9-577F4F3EA5CB}" dt="2026-09-09T17:53:49.276" v="511" actId="14100"/>
          <ac:spMkLst>
            <pc:docMk/>
            <pc:sldMk cId="1354362829" sldId="350"/>
            <ac:spMk id="2" creationId="{651FD58A-46D5-CBD4-1807-17F82D0C40B0}"/>
          </ac:spMkLst>
        </pc:spChg>
        <pc:spChg chg="mod">
          <ac:chgData name="aditya mishra" userId="ccf7ad903ce36b40" providerId="LiveId" clId="{419E8B6B-74E2-405F-94B9-577F4F3EA5CB}" dt="2026-09-09T17:53:24.809" v="506" actId="20577"/>
          <ac:spMkLst>
            <pc:docMk/>
            <pc:sldMk cId="1354362829" sldId="350"/>
            <ac:spMk id="4" creationId="{4A41EA67-F171-9BA8-C96E-9EAEE64F2FAB}"/>
          </ac:spMkLst>
        </pc:spChg>
      </pc:sldChg>
      <pc:sldChg chg="addSp modSp add mod">
        <pc:chgData name="aditya mishra" userId="ccf7ad903ce36b40" providerId="LiveId" clId="{419E8B6B-74E2-405F-94B9-577F4F3EA5CB}" dt="2026-09-09T17:54:21.963" v="516" actId="1076"/>
        <pc:sldMkLst>
          <pc:docMk/>
          <pc:sldMk cId="2290497491" sldId="351"/>
        </pc:sldMkLst>
        <pc:spChg chg="add mod">
          <ac:chgData name="aditya mishra" userId="ccf7ad903ce36b40" providerId="LiveId" clId="{419E8B6B-74E2-405F-94B9-577F4F3EA5CB}" dt="2026-09-09T17:54:21.963" v="516" actId="1076"/>
          <ac:spMkLst>
            <pc:docMk/>
            <pc:sldMk cId="2290497491" sldId="351"/>
            <ac:spMk id="2" creationId="{906DEAEC-AF87-51FF-3DAD-3E22FAA20A1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5D0E5-A356-8CAB-CC5C-47BBF373F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1FF9D-B771-0C2E-B70E-09C3AD431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F149C-96CF-FBBB-BEFD-4D736B759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6ACE0-06CF-DAAB-9CCB-1562B7109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82107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4012" y="3588198"/>
            <a:ext cx="6644315" cy="861497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>
              <a:spcAft>
                <a:spcPts val="600"/>
              </a:spcAft>
              <a:defRPr sz="1800">
                <a:solidFill>
                  <a:srgbClr val="5A5A5A"/>
                </a:solidFill>
              </a:defRPr>
            </a:pPr>
            <a:r>
              <a:rPr lang="en-US" sz="7200" b="0" dirty="0">
                <a:solidFill>
                  <a:schemeClr val="tx1"/>
                </a:solidFill>
                <a:latin typeface="+mn-lt"/>
              </a:rPr>
              <a:t>Name: Aditya Mishra</a:t>
            </a:r>
          </a:p>
          <a:p>
            <a:pPr>
              <a:spcAft>
                <a:spcPts val="600"/>
              </a:spcAft>
              <a:defRPr sz="1800">
                <a:solidFill>
                  <a:srgbClr val="5A5A5A"/>
                </a:solidFill>
              </a:defRPr>
            </a:pPr>
            <a:r>
              <a:rPr lang="en-US" sz="7200" b="0" dirty="0">
                <a:solidFill>
                  <a:schemeClr val="tx1"/>
                </a:solidFill>
                <a:latin typeface="+mn-lt"/>
              </a:rPr>
              <a:t>College: JB Knowledge Park</a:t>
            </a:r>
          </a:p>
          <a:p>
            <a:pPr>
              <a:spcAft>
                <a:spcPts val="600"/>
              </a:spcAft>
              <a:defRPr sz="1800">
                <a:solidFill>
                  <a:srgbClr val="5A5A5A"/>
                </a:solidFill>
              </a:defRPr>
            </a:pPr>
            <a:r>
              <a:rPr lang="en-US" sz="7200" b="0" dirty="0">
                <a:solidFill>
                  <a:schemeClr val="tx1"/>
                </a:solidFill>
                <a:latin typeface="+mn-lt"/>
              </a:rPr>
              <a:t>AICTE STU ID: STU6a5e58bbc984a1784567995</a:t>
            </a:r>
          </a:p>
          <a:p>
            <a:pPr algn="r"/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694789"/>
            <a:ext cx="10425799" cy="743448"/>
          </a:xfrm>
        </p:spPr>
        <p:txBody>
          <a:bodyPr>
            <a:normAutofit fontScale="90000"/>
          </a:bodyPr>
          <a:lstStyle/>
          <a:p>
            <a:r>
              <a:rPr lang="en-GB" sz="3200" b="1" dirty="0"/>
              <a:t>Project Title - </a:t>
            </a:r>
            <a:r>
              <a:rPr lang="en-IN" sz="3200" b="1" dirty="0"/>
              <a:t>Seasonal </a:t>
            </a:r>
            <a:r>
              <a:rPr lang="en-IN" sz="3200" b="1" dirty="0">
                <a:solidFill>
                  <a:srgbClr val="00B050"/>
                </a:solidFill>
              </a:rPr>
              <a:t>Agriculture</a:t>
            </a:r>
            <a:r>
              <a:rPr lang="en-IN" sz="3200" b="1" dirty="0"/>
              <a:t> Performance Analysis</a:t>
            </a:r>
            <a:br>
              <a:rPr lang="en-IN" sz="3200" dirty="0"/>
            </a:br>
            <a:r>
              <a:rPr lang="en-GB" sz="3200" dirty="0"/>
              <a:t> 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10" name="Graphic 9" descr="The lulav outline">
            <a:extLst>
              <a:ext uri="{FF2B5EF4-FFF2-40B4-BE49-F238E27FC236}">
                <a16:creationId xmlns:a16="http://schemas.microsoft.com/office/drawing/2014/main" id="{9C23E822-CC2F-5069-8B74-25FEA91005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9491" y="411020"/>
            <a:ext cx="914400" cy="914400"/>
          </a:xfrm>
          <a:prstGeom prst="rect">
            <a:avLst/>
          </a:prstGeom>
        </p:spPr>
      </p:pic>
      <p:pic>
        <p:nvPicPr>
          <p:cNvPr id="12" name="Graphic 11" descr="Tree With Roots outline">
            <a:extLst>
              <a:ext uri="{FF2B5EF4-FFF2-40B4-BE49-F238E27FC236}">
                <a16:creationId xmlns:a16="http://schemas.microsoft.com/office/drawing/2014/main" id="{1E7D5AD1-A79A-BC0A-8F97-2BAACD2C7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1656" y="187960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972538"/>
            <a:ext cx="6703726" cy="360798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sz="2800" dirty="0"/>
              <a:t>Agricultural performance is influenced by seasonal changes in environmental conditions, farming practices, resource availability, and market conditions.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sz="2800" dirty="0"/>
              <a:t>Raw agricultural data does not directly show how performance changes from one season to another.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sz="2800" dirty="0"/>
              <a:t>The project analyzes seasonal agricultural data to identify meaningful patterns, trends, relationships, and differences.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sz="2800" dirty="0"/>
              <a:t>The goal is to support evidence-based understanding of seasonal performance variation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DCB210-EB53-E3C2-4006-CB51C5FFE5B1}"/>
              </a:ext>
            </a:extLst>
          </p:cNvPr>
          <p:cNvSpPr txBox="1"/>
          <p:nvPr/>
        </p:nvSpPr>
        <p:spPr>
          <a:xfrm>
            <a:off x="59560" y="2064326"/>
            <a:ext cx="11148768" cy="3652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rPr lang="en-US" dirty="0"/>
              <a:t>This project performs data analytics on seasonal agriculture data.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rPr lang="en-US" dirty="0"/>
              <a:t>The dataset includes farm-level records across seasons, crops, states, districts, environmental factors, resource usage, production, and economic outcomes.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rPr lang="en-US" dirty="0"/>
              <a:t>The analysis focuses on understanding how agricultural performance varies across Kharif, Rabi, and Zaid seasons.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rPr lang="en-US" dirty="0"/>
              <a:t>The project uses descriptive statistics, data visualization, and comparison-based analysis to derive insights.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rPr lang="en-US" dirty="0"/>
              <a:t>No machine learning or dashboard development is included; the focus is purely on data analytics.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BA3EC0-B4C4-2A3D-9EC9-462CCB690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97F134-4EEB-8552-1290-EF1EE9ED0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Objectives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2B995D-ED75-B5D8-D92C-00CF1CD339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987177-F576-9A20-D493-07B5BE72B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AB3788-2331-D4B5-8D3E-4F5EE09ACDA9}"/>
              </a:ext>
            </a:extLst>
          </p:cNvPr>
          <p:cNvSpPr txBox="1"/>
          <p:nvPr/>
        </p:nvSpPr>
        <p:spPr>
          <a:xfrm>
            <a:off x="59560" y="2064326"/>
            <a:ext cx="11148768" cy="3241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rPr lang="en-US" dirty="0"/>
              <a:t>Explore and understand the agricultural dataset.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rPr lang="en-US" dirty="0"/>
              <a:t>Clean and prepare the data for analysis.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rPr lang="en-US" dirty="0"/>
              <a:t>Examine seasonal variation in agricultural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rPr lang="en-US" dirty="0"/>
              <a:t>Identify important patterns and trends across seasons.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rPr lang="en-US" dirty="0"/>
              <a:t>Investigate relationships between environmental conditions and agricultural outcomes.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rPr lang="en-US" dirty="0"/>
              <a:t>Compare performance across seasons and relevant groups.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rPr lang="en-US" dirty="0"/>
              <a:t>Develop evidence-based insights and recommendations.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361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E401C-7C49-E545-AB95-52E77ECF8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A02D21-4170-9F28-D48C-612B1C7B6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IN" dirty="0"/>
              <a:t>Dataset Overview</a:t>
            </a:r>
            <a:br>
              <a:rPr lang="en-IN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384E7D-1ABC-2E3D-2517-ED94542FAD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CB29A8-EEF5-D9A6-CF9E-303E4278A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05E49F-EA03-CEA2-28E9-07A7315D888D}"/>
              </a:ext>
            </a:extLst>
          </p:cNvPr>
          <p:cNvSpPr txBox="1"/>
          <p:nvPr/>
        </p:nvSpPr>
        <p:spPr>
          <a:xfrm>
            <a:off x="59560" y="2064326"/>
            <a:ext cx="11148768" cy="2652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rPr lang="en-IN" dirty="0"/>
              <a:t>Records: 4,000 rows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rPr lang="en-IN" dirty="0"/>
              <a:t>Columns: 28 features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rPr lang="en-IN" dirty="0"/>
              <a:t>Seasons: Kharif, Rabi, Zaid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rPr lang="en-IN" dirty="0"/>
              <a:t>Crops: Rice, Wheat, Maize, Pulses, Cotton, Chilli, Groundnut, Sugarcane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rPr lang="en-IN" dirty="0"/>
              <a:t>Key variables include rainfall, temperature, humidity, soil pH, soil moisture, fertilizer, pesticide, seed quality, yield, production, market price, cost, revenue, profit, and water usage.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rPr lang="en-IN" dirty="0"/>
              <a:t>The dataset supports seasonal comparison and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80578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8575041" cy="3990023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rPr lang="en-US" sz="3600" dirty="0"/>
              <a:t>Farmers and farming communities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rPr lang="en-US" sz="3600" dirty="0"/>
              <a:t>Agricultural planners and policymakers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rPr lang="en-US" sz="3600" dirty="0"/>
              <a:t>Government agriculture departments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rPr lang="en-US" sz="3600" dirty="0"/>
              <a:t>Agri-business and supply-chain stakeholders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rPr lang="en-US" sz="3600" dirty="0"/>
              <a:t>Students and researchers working in agriculture analytics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83385" y="1584007"/>
            <a:ext cx="9027702" cy="5273993"/>
          </a:xfrm>
        </p:spPr>
        <p:txBody>
          <a:bodyPr/>
          <a:lstStyle/>
          <a:p>
            <a:pPr lvl="0"/>
            <a:r>
              <a:rPr lang="en-IN" b="1" dirty="0"/>
              <a:t>Python</a:t>
            </a:r>
            <a:r>
              <a:rPr lang="en-IN" dirty="0"/>
              <a:t> – Pandas, NumPy (data cleaning &amp; analysis)</a:t>
            </a:r>
          </a:p>
          <a:p>
            <a:pPr lvl="0"/>
            <a:r>
              <a:rPr lang="en-IN" b="1" dirty="0"/>
              <a:t>Matplotlib, Seaborn</a:t>
            </a:r>
            <a:r>
              <a:rPr lang="en-IN" dirty="0"/>
              <a:t> – data visualization</a:t>
            </a:r>
          </a:p>
          <a:p>
            <a:pPr lvl="0"/>
            <a:r>
              <a:rPr lang="en-IN" b="1" dirty="0"/>
              <a:t>Google </a:t>
            </a:r>
            <a:r>
              <a:rPr lang="en-IN" b="1" dirty="0" err="1"/>
              <a:t>Colab</a:t>
            </a:r>
            <a:r>
              <a:rPr lang="en-IN" dirty="0"/>
              <a:t> – development environment / notebook execution</a:t>
            </a:r>
          </a:p>
          <a:p>
            <a:pPr lvl="0"/>
            <a:r>
              <a:rPr lang="en-IN" b="1" dirty="0"/>
              <a:t>Excel</a:t>
            </a:r>
            <a:r>
              <a:rPr lang="en-IN" dirty="0"/>
              <a:t> – initial data inspection / cross-verification (optional, only if you actually used it)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8C0E1-3DE2-D2FB-5842-8E962E1E4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05CABF-6F1D-5149-5B61-4A5159677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69296A-20ED-2033-4590-37CE0702A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375BDA-7506-139B-59E1-7B50309E60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52839" y="1432560"/>
            <a:ext cx="9027702" cy="5273993"/>
          </a:xfrm>
        </p:spPr>
        <p:txBody>
          <a:bodyPr/>
          <a:lstStyle/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Loaded and inspected the dataset.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Checked missing values, duplicates, and data types.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Performed data cleaning and median-based missing value treatment.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Conducted descriptive statistical analysis.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Performed univariate, bivariate, and multivariate visual analysis.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Interpreted seasonal patterns and prepared findings</a:t>
            </a:r>
            <a:r>
              <a:rPr lang="en-IN" dirty="0"/>
              <a:t>)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D950B90-5819-398E-430C-D0228670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 fontScale="90000"/>
          </a:bodyPr>
          <a:lstStyle/>
          <a:p>
            <a:r>
              <a:rPr lang="en-US" dirty="0"/>
              <a:t>Analysis Approach</a:t>
            </a:r>
          </a:p>
        </p:txBody>
      </p:sp>
    </p:spTree>
    <p:extLst>
      <p:ext uri="{BB962C8B-B14F-4D97-AF65-F5344CB8AC3E}">
        <p14:creationId xmlns:p14="http://schemas.microsoft.com/office/powerpoint/2010/main" val="25400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2356F361-DB9C-4716-8572-8E67E9AB4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6FF2CA3-6D93-438A-AA13-5844C345F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D6C7FF8-C6AA-493F-BF62-FC52DE277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3">
              <a:extLst>
                <a:ext uri="{FF2B5EF4-FFF2-40B4-BE49-F238E27FC236}">
                  <a16:creationId xmlns:a16="http://schemas.microsoft.com/office/drawing/2014/main" id="{215DAE39-2187-4AA8-8703-0F2B3BCFE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Rectangle 25">
              <a:extLst>
                <a:ext uri="{FF2B5EF4-FFF2-40B4-BE49-F238E27FC236}">
                  <a16:creationId xmlns:a16="http://schemas.microsoft.com/office/drawing/2014/main" id="{1D0826C5-89FD-49A0-9E8F-19DA04FE6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CE0557FD-5B6C-4875-9EA4-18DAD6258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55C096D6-25B6-418D-8FFF-894AC5FB6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4480C8B4-C2F4-427B-B03E-ABF3C9AF1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E767DA1E-BBBF-419C-8E95-8393DA0F7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D88EF27D-D851-4A85-942B-DC69237C8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808DF878-FD48-4C53-8A3A-4636F450E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484" y="516959"/>
            <a:ext cx="8936182" cy="13208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600" dirty="0"/>
              <a:t>Result 1: Distribution of Agricultural Yield</a:t>
            </a:r>
            <a:br>
              <a:rPr lang="en-US" sz="3600" dirty="0"/>
            </a:br>
            <a:r>
              <a:rPr lang="en-US" sz="3600" dirty="0">
                <a:solidFill>
                  <a:schemeClr val="accent1"/>
                </a:solidFill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09EA5F-2900-75E3-FFA3-C7FE59C6E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82" y="1275372"/>
            <a:ext cx="7043787" cy="4638396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7127" y="2032995"/>
            <a:ext cx="5217539" cy="388077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chemeClr val="accent1"/>
              </a:buClr>
              <a:buFont typeface="Wingdings 3" charset="2"/>
              <a:buChar char=""/>
              <a:defRPr sz="1800">
                <a:solidFill>
                  <a:srgbClr val="232323"/>
                </a:solidFill>
              </a:defRPr>
            </a:pPr>
            <a:r>
              <a:rPr lang="en-US" sz="1800" dirty="0"/>
              <a:t>• The histogram shows how yield values are distributed across farms.</a:t>
            </a:r>
          </a:p>
          <a:p>
            <a:pPr>
              <a:buClr>
                <a:schemeClr val="accent1"/>
              </a:buClr>
              <a:buFont typeface="Wingdings 3" charset="2"/>
              <a:buChar char=""/>
              <a:defRPr sz="1800">
                <a:solidFill>
                  <a:srgbClr val="232323"/>
                </a:solidFill>
              </a:defRPr>
            </a:pPr>
            <a:r>
              <a:rPr lang="en-US" sz="1800" dirty="0"/>
              <a:t>• Most farms have low to moderate yield.</a:t>
            </a:r>
          </a:p>
          <a:p>
            <a:pPr>
              <a:buClr>
                <a:schemeClr val="accent1"/>
              </a:buClr>
              <a:buFont typeface="Wingdings 3" charset="2"/>
              <a:buChar char=""/>
              <a:defRPr sz="1800">
                <a:solidFill>
                  <a:srgbClr val="232323"/>
                </a:solidFill>
              </a:defRPr>
            </a:pPr>
            <a:r>
              <a:rPr lang="en-US" sz="1800" dirty="0"/>
              <a:t>• A small number of farms show very high yield values, indicating uneven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7334" y="4680031"/>
            <a:ext cx="3150527" cy="120318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356F361-DB9C-4716-8572-8E67E9AB4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6FF2CA3-6D93-438A-AA13-5844C345F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D6C7FF8-C6AA-493F-BF62-FC52DE277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ectangle 23">
              <a:extLst>
                <a:ext uri="{FF2B5EF4-FFF2-40B4-BE49-F238E27FC236}">
                  <a16:creationId xmlns:a16="http://schemas.microsoft.com/office/drawing/2014/main" id="{215DAE39-2187-4AA8-8703-0F2B3BCFE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6" name="Rectangle 25">
              <a:extLst>
                <a:ext uri="{FF2B5EF4-FFF2-40B4-BE49-F238E27FC236}">
                  <a16:creationId xmlns:a16="http://schemas.microsoft.com/office/drawing/2014/main" id="{1D0826C5-89FD-49A0-9E8F-19DA04FE6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7" name="Isosceles Triangle 106">
              <a:extLst>
                <a:ext uri="{FF2B5EF4-FFF2-40B4-BE49-F238E27FC236}">
                  <a16:creationId xmlns:a16="http://schemas.microsoft.com/office/drawing/2014/main" id="{CE0557FD-5B6C-4875-9EA4-18DAD6258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8" name="Rectangle 27">
              <a:extLst>
                <a:ext uri="{FF2B5EF4-FFF2-40B4-BE49-F238E27FC236}">
                  <a16:creationId xmlns:a16="http://schemas.microsoft.com/office/drawing/2014/main" id="{55C096D6-25B6-418D-8FFF-894AC5FB6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9" name="Rectangle 28">
              <a:extLst>
                <a:ext uri="{FF2B5EF4-FFF2-40B4-BE49-F238E27FC236}">
                  <a16:creationId xmlns:a16="http://schemas.microsoft.com/office/drawing/2014/main" id="{4480C8B4-C2F4-427B-B03E-ABF3C9AF1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0" name="Rectangle 29">
              <a:extLst>
                <a:ext uri="{FF2B5EF4-FFF2-40B4-BE49-F238E27FC236}">
                  <a16:creationId xmlns:a16="http://schemas.microsoft.com/office/drawing/2014/main" id="{E767DA1E-BBBF-419C-8E95-8393DA0F7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1" name="Isosceles Triangle 110">
              <a:extLst>
                <a:ext uri="{FF2B5EF4-FFF2-40B4-BE49-F238E27FC236}">
                  <a16:creationId xmlns:a16="http://schemas.microsoft.com/office/drawing/2014/main" id="{D88EF27D-D851-4A85-942B-DC69237C8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2" name="Isosceles Triangle 111">
              <a:extLst>
                <a:ext uri="{FF2B5EF4-FFF2-40B4-BE49-F238E27FC236}">
                  <a16:creationId xmlns:a16="http://schemas.microsoft.com/office/drawing/2014/main" id="{808DF878-FD48-4C53-8A3A-4636F450E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Result 2: Distribution of Farm Profit</a:t>
            </a:r>
            <a:br>
              <a:rPr lang="en-US" sz="3600" dirty="0">
                <a:solidFill>
                  <a:schemeClr val="accent1"/>
                </a:solidFill>
              </a:rPr>
            </a:br>
            <a:endParaRPr lang="en-US" sz="3600" dirty="0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654756-A25C-9508-A472-1D8D5A707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61" y="1390967"/>
            <a:ext cx="6687435" cy="4580891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9363" y="2160589"/>
            <a:ext cx="2944638" cy="388077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chemeClr val="accent1"/>
              </a:buClr>
              <a:buFont typeface="Wingdings 3" charset="2"/>
              <a:buChar char=""/>
              <a:defRPr sz="1800">
                <a:solidFill>
                  <a:srgbClr val="232323"/>
                </a:solidFill>
              </a:defRPr>
            </a:pPr>
            <a:r>
              <a:rPr lang="en-US" sz="1500"/>
              <a:t>• The profit distribution shows variation in farm earnings.</a:t>
            </a:r>
          </a:p>
          <a:p>
            <a:pPr>
              <a:buClr>
                <a:schemeClr val="accent1"/>
              </a:buClr>
              <a:buFont typeface="Wingdings 3" charset="2"/>
              <a:buChar char=""/>
              <a:defRPr sz="1800">
                <a:solidFill>
                  <a:srgbClr val="232323"/>
                </a:solidFill>
              </a:defRPr>
            </a:pPr>
            <a:r>
              <a:rPr lang="en-US" sz="1500"/>
              <a:t>• Many farms are close to low profit or near break-even.</a:t>
            </a:r>
          </a:p>
          <a:p>
            <a:pPr>
              <a:buClr>
                <a:schemeClr val="accent1"/>
              </a:buClr>
              <a:buFont typeface="Wingdings 3" charset="2"/>
              <a:buChar char=""/>
              <a:defRPr sz="1800">
                <a:solidFill>
                  <a:srgbClr val="232323"/>
                </a:solidFill>
              </a:defRPr>
            </a:pPr>
            <a:r>
              <a:rPr lang="en-US" sz="1500"/>
              <a:t>• Some farms achieve very high profits, showing strong performance differences.</a:t>
            </a:r>
          </a:p>
          <a:p>
            <a:pPr marL="0" indent="0">
              <a:buClr>
                <a:schemeClr val="accent1"/>
              </a:buClr>
              <a:buFont typeface="Wingdings 3" charset="2"/>
              <a:buChar char=""/>
            </a:pPr>
            <a:endParaRPr lang="en-US" sz="15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3502214" y="4050142"/>
            <a:ext cx="2596283" cy="99152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356F361-DB9C-4716-8572-8E67E9AB4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6FF2CA3-6D93-438A-AA13-5844C345F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D6C7FF8-C6AA-493F-BF62-FC52DE277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23">
              <a:extLst>
                <a:ext uri="{FF2B5EF4-FFF2-40B4-BE49-F238E27FC236}">
                  <a16:creationId xmlns:a16="http://schemas.microsoft.com/office/drawing/2014/main" id="{215DAE39-2187-4AA8-8703-0F2B3BCFE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25">
              <a:extLst>
                <a:ext uri="{FF2B5EF4-FFF2-40B4-BE49-F238E27FC236}">
                  <a16:creationId xmlns:a16="http://schemas.microsoft.com/office/drawing/2014/main" id="{1D0826C5-89FD-49A0-9E8F-19DA04FE6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CE0557FD-5B6C-4875-9EA4-18DAD6258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55C096D6-25B6-418D-8FFF-894AC5FB6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8">
              <a:extLst>
                <a:ext uri="{FF2B5EF4-FFF2-40B4-BE49-F238E27FC236}">
                  <a16:creationId xmlns:a16="http://schemas.microsoft.com/office/drawing/2014/main" id="{4480C8B4-C2F4-427B-B03E-ABF3C9AF1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9">
              <a:extLst>
                <a:ext uri="{FF2B5EF4-FFF2-40B4-BE49-F238E27FC236}">
                  <a16:creationId xmlns:a16="http://schemas.microsoft.com/office/drawing/2014/main" id="{E767DA1E-BBBF-419C-8E95-8393DA0F7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D88EF27D-D851-4A85-942B-DC69237C8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808DF878-FD48-4C53-8A3A-4636F450E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Result 3: Distribution of Records by Season</a:t>
            </a:r>
            <a:br>
              <a:rPr lang="en-US" sz="3100" dirty="0">
                <a:solidFill>
                  <a:schemeClr val="accent1"/>
                </a:solidFill>
              </a:rPr>
            </a:br>
            <a:r>
              <a:rPr lang="en-US" sz="3100" dirty="0">
                <a:solidFill>
                  <a:schemeClr val="accent1"/>
                </a:solidFill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94EF00-85D4-7A61-5926-85C6DDD24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64" y="1081288"/>
            <a:ext cx="6494768" cy="5108704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9363" y="2160589"/>
            <a:ext cx="2944638" cy="388077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chemeClr val="accent1"/>
              </a:buClr>
              <a:buFont typeface="Wingdings 3" charset="2"/>
              <a:buChar char=""/>
              <a:defRPr sz="1800">
                <a:solidFill>
                  <a:srgbClr val="232323"/>
                </a:solidFill>
              </a:defRPr>
            </a:pPr>
            <a:r>
              <a:rPr lang="en-US" sz="1500"/>
              <a:t>• Kharif has the highest share of records.</a:t>
            </a:r>
          </a:p>
          <a:p>
            <a:pPr>
              <a:buClr>
                <a:schemeClr val="accent1"/>
              </a:buClr>
              <a:buFont typeface="Wingdings 3" charset="2"/>
              <a:buChar char=""/>
              <a:defRPr sz="1800">
                <a:solidFill>
                  <a:srgbClr val="232323"/>
                </a:solidFill>
              </a:defRPr>
            </a:pPr>
            <a:r>
              <a:rPr lang="en-US" sz="1500"/>
              <a:t>• Rabi is the second largest season in the dataset.</a:t>
            </a:r>
          </a:p>
          <a:p>
            <a:pPr>
              <a:buClr>
                <a:schemeClr val="accent1"/>
              </a:buClr>
              <a:buFont typeface="Wingdings 3" charset="2"/>
              <a:buChar char=""/>
              <a:defRPr sz="1800">
                <a:solidFill>
                  <a:srgbClr val="232323"/>
                </a:solidFill>
              </a:defRPr>
            </a:pPr>
            <a:r>
              <a:rPr lang="en-US" sz="1500"/>
              <a:t>• Zaid has the smallest share, indicating lower representation in the data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989071" cy="830997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 4: Rainfall vs Agricultural Yield</a:t>
            </a:r>
            <a:br>
              <a:rPr lang="en-US" dirty="0"/>
            </a:b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7769" y="1608410"/>
            <a:ext cx="4275138" cy="2599980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lang="en-US" dirty="0"/>
              <a:t>• The scatter plot shows the relationship between rainfall and yield.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lang="en-US" dirty="0"/>
              <a:t>• It helps identify whether higher rainfall is associated with better agricultural output.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lang="en-US" dirty="0"/>
              <a:t>• The plot also highlights variation in yield across different rainfall levels.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165169-7C6C-CCAF-F528-90F8E51BF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93" y="1724288"/>
            <a:ext cx="6996215" cy="445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356F361-DB9C-4716-8572-8E67E9AB4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6FF2CA3-6D93-438A-AA13-5844C345F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D6C7FF8-C6AA-493F-BF62-FC52DE277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23">
              <a:extLst>
                <a:ext uri="{FF2B5EF4-FFF2-40B4-BE49-F238E27FC236}">
                  <a16:creationId xmlns:a16="http://schemas.microsoft.com/office/drawing/2014/main" id="{215DAE39-2187-4AA8-8703-0F2B3BCFE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25">
              <a:extLst>
                <a:ext uri="{FF2B5EF4-FFF2-40B4-BE49-F238E27FC236}">
                  <a16:creationId xmlns:a16="http://schemas.microsoft.com/office/drawing/2014/main" id="{1D0826C5-89FD-49A0-9E8F-19DA04FE6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CE0557FD-5B6C-4875-9EA4-18DAD6258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55C096D6-25B6-418D-8FFF-894AC5FB6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8">
              <a:extLst>
                <a:ext uri="{FF2B5EF4-FFF2-40B4-BE49-F238E27FC236}">
                  <a16:creationId xmlns:a16="http://schemas.microsoft.com/office/drawing/2014/main" id="{4480C8B4-C2F4-427B-B03E-ABF3C9AF1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9">
              <a:extLst>
                <a:ext uri="{FF2B5EF4-FFF2-40B4-BE49-F238E27FC236}">
                  <a16:creationId xmlns:a16="http://schemas.microsoft.com/office/drawing/2014/main" id="{E767DA1E-BBBF-419C-8E95-8393DA0F7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D88EF27D-D851-4A85-942B-DC69237C8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808DF878-FD48-4C53-8A3A-4636F450E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65" y="609600"/>
            <a:ext cx="2930518" cy="1320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dirty="0"/>
              <a:t>RESULT 5 : Pair Plot of Key Metric by Season 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1361" y="2160589"/>
            <a:ext cx="2930517" cy="388077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buClr>
                <a:schemeClr val="accent1"/>
              </a:buClr>
              <a:buFont typeface="Wingdings 3" charset="2"/>
              <a:buChar char=""/>
              <a:defRPr sz="1800">
                <a:solidFill>
                  <a:srgbClr val="232323"/>
                </a:solidFill>
              </a:defRPr>
            </a:pPr>
            <a:r>
              <a:rPr lang="en-US" sz="1700"/>
              <a:t>• The pair plot compares temperature, rainfall, humidity, yield, and profit by season.</a:t>
            </a:r>
          </a:p>
          <a:p>
            <a:pPr>
              <a:lnSpc>
                <a:spcPct val="90000"/>
              </a:lnSpc>
              <a:buClr>
                <a:schemeClr val="accent1"/>
              </a:buClr>
              <a:buFont typeface="Wingdings 3" charset="2"/>
              <a:buChar char=""/>
              <a:defRPr sz="1800">
                <a:solidFill>
                  <a:srgbClr val="232323"/>
                </a:solidFill>
              </a:defRPr>
            </a:pPr>
            <a:r>
              <a:rPr lang="en-US" sz="1700"/>
              <a:t>• It helps visualize seasonal clusters and relationships among variables.</a:t>
            </a:r>
          </a:p>
          <a:p>
            <a:pPr>
              <a:lnSpc>
                <a:spcPct val="90000"/>
              </a:lnSpc>
              <a:buClr>
                <a:schemeClr val="accent1"/>
              </a:buClr>
              <a:buFont typeface="Wingdings 3" charset="2"/>
              <a:buChar char=""/>
              <a:defRPr sz="1800">
                <a:solidFill>
                  <a:srgbClr val="232323"/>
                </a:solidFill>
              </a:defRPr>
            </a:pPr>
            <a:r>
              <a:rPr lang="en-US" sz="1700"/>
              <a:t>• This supports the identification of seasonal patterns and differences in agricultural performance.</a:t>
            </a:r>
          </a:p>
          <a:p>
            <a:pPr marL="0" indent="0">
              <a:lnSpc>
                <a:spcPct val="90000"/>
              </a:lnSpc>
              <a:buClr>
                <a:schemeClr val="accent1"/>
              </a:buClr>
              <a:buFont typeface="Wingdings 3" charset="2"/>
              <a:buChar char=""/>
            </a:pPr>
            <a:endParaRPr lang="en-US" sz="17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EBBB45-15A7-AF70-A864-83C047938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961" y="1068333"/>
            <a:ext cx="7560974" cy="49730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3854338" y="4636673"/>
            <a:ext cx="5421162" cy="207034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Key Findings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03593F-FBED-CDD0-BCEE-BB5A1BA79D98}"/>
              </a:ext>
            </a:extLst>
          </p:cNvPr>
          <p:cNvSpPr txBox="1"/>
          <p:nvPr/>
        </p:nvSpPr>
        <p:spPr>
          <a:xfrm>
            <a:off x="459494" y="2046570"/>
            <a:ext cx="10263924" cy="276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Agricultural performance varies noticeably across seasons.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Kharif is the most represented season in the dataset.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Yield and profit are unevenly distributed across farms.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Environmental factors such as rainfall, temperature, and humidity play an important role in performance variation.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Season-wise visualization helps identify meaningful patterns and differences in agricultural outcomes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6DAFB-9D9C-3C16-E5B8-D3C320C0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5583D6-B588-151D-1F00-11E23810F0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A41EA67-F171-9BA8-C96E-9EAEE64F2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Recommendations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830EAC3-5B1C-EFD5-CAA8-E35AD719388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9342734-1FCA-5B4F-2AC4-E845F8BECF3D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FD58A-46D5-CBD4-1807-17F82D0C40B0}"/>
              </a:ext>
            </a:extLst>
          </p:cNvPr>
          <p:cNvSpPr txBox="1"/>
          <p:nvPr/>
        </p:nvSpPr>
        <p:spPr>
          <a:xfrm>
            <a:off x="320982" y="2175164"/>
            <a:ext cx="10721091" cy="2395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Season-specific planning should be used for better agricultural decision-making.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Resource usage such as water, fertilizer, and pesticide should be optimized based on seasonal conditions.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Regions and crops with weak performance should be studied further for improvement.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Data-driven insights can help stakeholders improve productivity and reduce losses.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436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632E8-E42A-B2AE-5F00-C12423620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D34D5E-7F28-F9DB-4F0F-347816F764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4F0FC3F-EAB1-46D9-799F-B2BA76FA2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7EE3152-0789-3DC5-54A7-5A9C2D95646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365A8E8-17B7-7E35-39B6-60E95BC3D1C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6DEAEC-AF87-51FF-3DAD-3E22FAA20A1C}"/>
              </a:ext>
            </a:extLst>
          </p:cNvPr>
          <p:cNvSpPr txBox="1"/>
          <p:nvPr/>
        </p:nvSpPr>
        <p:spPr>
          <a:xfrm>
            <a:off x="0" y="1941449"/>
            <a:ext cx="11180618" cy="2133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rPr lang="en-US" dirty="0"/>
              <a:t>Add predictive analytics for yield and profit estimation.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rPr lang="en-US" dirty="0"/>
              <a:t>Build an interactive dashboard for seasonal agriculture monitoring.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rPr lang="en-US" dirty="0"/>
              <a:t>Include real-time weather and market price data.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rPr lang="en-US" dirty="0"/>
              <a:t>Extend the analysis to region-wise crop recommendation and policy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49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CD4E7-F274-2C5A-E695-3B9BCC549894}"/>
              </a:ext>
            </a:extLst>
          </p:cNvPr>
          <p:cNvSpPr txBox="1"/>
          <p:nvPr/>
        </p:nvSpPr>
        <p:spPr>
          <a:xfrm>
            <a:off x="617623" y="2230582"/>
            <a:ext cx="8414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https://github.com/Mishra-adi01/Seasonal-Agriculture-Performance-Analysis</a:t>
            </a:r>
          </a:p>
          <a:p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9DF13-1DFF-75C7-4B74-6BD81DC62210}"/>
              </a:ext>
            </a:extLst>
          </p:cNvPr>
          <p:cNvSpPr txBox="1"/>
          <p:nvPr/>
        </p:nvSpPr>
        <p:spPr>
          <a:xfrm>
            <a:off x="751601" y="2970445"/>
            <a:ext cx="7188186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The repository contains the project code, analysis notebook, and related project files</a:t>
            </a:r>
            <a:r>
              <a:rPr lang="en-US" dirty="0"/>
              <a:t>.</a:t>
            </a:r>
          </a:p>
          <a:p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CC33B2B-B475-4189-BA8F-3CF8248DC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59AAC92-4932-4D74-A545-BA3EEE56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8446528-FA87-4017-B061-CF7EE79FA2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4D4B4D0-2493-42A2-AEEB-9970A64E8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676E13B7-7CB7-4489-914B-4012EE6EBF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F2159841-C096-430C-B748-E8D2A5C99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4F167EF-5A0C-487E-8776-97310E39E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9D8C053F-F025-4CB6-94C4-2841A20D6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78581BD0-3E75-48CB-A2A3-44DB1ACB6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E90D466A-AB95-4676-82CB-3BEC98AFF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3AFED863-874C-49D9-AE2F-B9DFF00D5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36" y="299168"/>
            <a:ext cx="8288035" cy="109505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>
                <a:solidFill>
                  <a:schemeClr val="accent1"/>
                </a:solidFill>
              </a:rPr>
              <a:t>VOIS Course completion certificate - </a:t>
            </a:r>
            <a:br>
              <a:rPr lang="en-US" sz="3400" dirty="0">
                <a:solidFill>
                  <a:schemeClr val="accent1"/>
                </a:solidFill>
              </a:rPr>
            </a:br>
            <a:r>
              <a:rPr lang="en-US" sz="3400" dirty="0">
                <a:solidFill>
                  <a:schemeClr val="accent1"/>
                </a:solidFill>
              </a:rPr>
              <a:t>Course name- Data Visualization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C354BF-0863-97E1-D92F-C3CDC5367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935" y="1394227"/>
            <a:ext cx="7442880" cy="5048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097461" y="2370122"/>
            <a:ext cx="3176540" cy="121312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752073" y="606136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1144" y="1766829"/>
            <a:ext cx="7266783" cy="700113"/>
          </a:xfrm>
        </p:spPr>
        <p:txBody>
          <a:bodyPr>
            <a:normAutofit/>
          </a:bodyPr>
          <a:lstStyle/>
          <a:p>
            <a:r>
              <a:rPr lang="en-US" dirty="0"/>
              <a:t>Seasonal Agriculture Performance Analysis | Aditya Mishra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597</TotalTime>
  <Words>877</Words>
  <Application>Microsoft Office PowerPoint</Application>
  <PresentationFormat>Widescreen</PresentationFormat>
  <Paragraphs>94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  </vt:lpstr>
      <vt:lpstr>PROBLEM  STATEMENT</vt:lpstr>
      <vt:lpstr>Project Description   </vt:lpstr>
      <vt:lpstr>Project Objectives   </vt:lpstr>
      <vt:lpstr>Dataset Overview    </vt:lpstr>
      <vt:lpstr>WHO ARE THE END USERS?</vt:lpstr>
      <vt:lpstr>Technology Used</vt:lpstr>
      <vt:lpstr>Analysis Approach</vt:lpstr>
      <vt:lpstr>Result 1: Distribution of Agricultural Yield  </vt:lpstr>
      <vt:lpstr>Result 2: Distribution of Farm Profit </vt:lpstr>
      <vt:lpstr>Result 3: Distribution of Records by Season  </vt:lpstr>
      <vt:lpstr>Result 4: Rainfall vs Agricultural Yield  </vt:lpstr>
      <vt:lpstr>RESULT 5 : Pair Plot of Key Metric by Season </vt:lpstr>
      <vt:lpstr>Key Findings</vt:lpstr>
      <vt:lpstr>Recommendations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aditya mishra</cp:lastModifiedBy>
  <cp:revision>97</cp:revision>
  <dcterms:created xsi:type="dcterms:W3CDTF">2021-07-11T13:13:15Z</dcterms:created>
  <dcterms:modified xsi:type="dcterms:W3CDTF">2026-09-09T17:57:33Z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